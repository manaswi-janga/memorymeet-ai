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BD12-E974-134F-DD90-96513247F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6FF83-0D67-AA5E-1565-2AF6F3F63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9F0FF-76D5-B0E2-0203-17F52721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F3A9F-912F-95D5-30EE-9BE983237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5D5F4-60CB-AD5B-2581-53C99241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18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F50C-9320-B545-028B-0B3CDB53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4BDF1-C5E0-F827-854C-D23DC468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80AC4-4DDB-1BD8-4434-7AF912D7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4F17F-9444-B757-9DC6-F45D1ACEA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5E6FB-2EA3-E26D-5850-605C6C4D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677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97C9A-D4D8-7661-218B-9B6B6CBF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7C1D9-73E1-969B-EBAB-A0B1994B1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CE36F-EEBB-4334-2C78-23C51ADF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011AC-4C64-2508-357C-CE5F626C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2E1DC-DF4D-CF12-E6E8-2BA2F4A7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2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2890-46C9-3620-073D-33C73D93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670FC-464A-B11E-3E2E-A763E4719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29351-56C7-330A-0DF6-E7B5A5C3E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42106-EC88-9D85-A76C-111EB60D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124F6-E6F7-202D-7C75-176D1710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3FFF1-F040-83DA-12AA-EFCC2192E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2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5B82-282D-BFC5-F5BC-2E7C3E2A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DF7F0-12AA-E560-3CA6-301350B55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38280-55D9-ADC8-3B71-81F45B31A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102A18-782D-73F9-3DB1-A9376B90A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708340-F911-232D-B4C4-E09FA98DA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33A58-23FB-F13F-3C6D-EA4B25A4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DF04E0-696B-3D09-5ECD-8F2BB9014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0FDF1-C303-0AC5-CDBF-6CB88931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577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17CD-7501-120A-7AA3-8135C8F6C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2EDBC4-1F01-216F-79D9-B551EF3E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5D773-9CC5-78DA-828C-207362F7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3B1E6-D75B-8D54-AB7B-78FD60524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500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3DF9E-0DFD-0358-63FB-0481F0AA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ACA94-A1D2-1599-16B9-5E85CA27A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AE039-3855-F204-B3E8-78C052304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082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1375-A328-1D28-9EE7-FB755DB4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6343-F01E-BAD6-864E-7D5FF41A3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08B-04C9-2079-0C6F-6E5175F69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CBD6D-9F77-40ED-A468-5CAD0E941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161A1-B297-54A1-B29E-AAE40BE9C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CB932-AA8F-0668-38D4-C16F72C0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9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84B9B-E87B-7C3A-2A7C-134D16ED9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AE90E5-2D37-FB07-1C60-07446BC5E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48830-775B-764D-46E4-79A8E8EDD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F1406-9C17-328B-CBBE-1CC3EB733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20411-6AAB-5B55-AB0C-57A5E3309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A3A83-F365-4882-DE4E-F5EBB8C0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36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6665-2B47-9254-782E-1326F7C0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46260-D016-6FEC-52C3-B0E675ED4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BEDD-D0A2-63BD-4F52-0D32C581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0B2A6-516A-0410-EC03-7A1D9CBC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836C6-FBCE-85B7-CF20-5D2F017D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09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1C7C6D-A171-DD3A-7DF5-096B8E2FF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1EA49-E364-C17C-A6E8-668BD66DC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C057C-BD8C-43D0-D9B2-A6F45B72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46095-8B43-BC59-ADEA-76E3BEC6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2E726-1BC6-DDE0-5B9F-2F23D5435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25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6A986-02FE-FB99-9C51-8071A2841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5C423-A80E-BAF2-4E8F-766271F69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9EAA3-15E9-8F62-697A-028DA9F8A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8B99F-AFAA-48C1-900C-90423F4B241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59FA8-EC69-7198-F594-0146E5335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1CA2C-F70E-F7A0-3C7C-EA652BA07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30782-E0EB-4FE8-900F-8D3BE6A84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8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E4F-3CDA-E068-3A37-9CB61CD71F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F2422-AA36-A556-393F-84C11826D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611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18D0B6-F897-EA71-17C7-18F671441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11" y="148305"/>
            <a:ext cx="9655377" cy="65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7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58D104-6A6B-E9A2-21F6-B1200DFF8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328" y="133064"/>
            <a:ext cx="9495343" cy="65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98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317DCE-4FCA-A0EC-99B2-613F819E5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25" y="133064"/>
            <a:ext cx="9571549" cy="65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8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Jeevann sai goolla</dc:creator>
  <cp:lastModifiedBy>Jeevann sai goolla</cp:lastModifiedBy>
  <cp:revision>1</cp:revision>
  <dcterms:created xsi:type="dcterms:W3CDTF">2026-09-28T20:37:24Z</dcterms:created>
  <dcterms:modified xsi:type="dcterms:W3CDTF">2026-09-28T20:37:48Z</dcterms:modified>
</cp:coreProperties>
</file>